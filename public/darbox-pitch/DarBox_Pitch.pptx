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1828800"/>
            <a:ext cx="6400800" cy="6400800"/>
          </a:xfrm>
          <a:prstGeom prst="ellipse">
            <a:avLst/>
          </a:prstGeom>
          <a:solidFill>
            <a:srgbClr val="1A7A4A">
              <a:alpha val="12000"/>
            </a:srgbClr>
          </a:solidFill>
          <a:ln w="12700">
            <a:solidFill>
              <a:srgbClr val="1A7A4A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731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Pitch PIE 2025 · Startup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18872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</a:rPr>
              <a:t>La tranquillité d'esprit,</a:t>
            </a:r>
            <a:endParaRPr lang="en-US" sz="4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</a:rPr>
              <a:t>livrée dans une boîte.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02920" y="25603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CCCCC"/>
                </a:solidFill>
              </a:rPr>
              <a:t>Branchez. Protégez. Respirez. Le bouclier réseau préconfiguré.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3474720"/>
            <a:ext cx="4114800" cy="10972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35661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Fondateur : Merouan El Hattaki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393192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OFPPT ISMONTIC · Infrastructure Digitale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Zéro coût de sous-traitance (Frontend/Backend 100% interne)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LE PROBLÈME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Les Parents face au Far Web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45720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Contenus dangereux : Malwares et sites inadaptés accessibles immédiatement.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Aucun contrôle simple : Les apps se désinstallent en 30s.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Nuits sans règles : Difficile d'éteindre le Wi-Fi sans pénaliser les parents.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0" y="914400"/>
            <a:ext cx="3200400" cy="3200400"/>
          </a:xfrm>
          <a:prstGeom prst="rect">
            <a:avLst/>
          </a:prstGeom>
          <a:solidFill>
            <a:srgbClr val="2A1111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0" y="10972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666"/>
                </a:solidFill>
              </a:rPr>
              <a:t>BUYER PERSONA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0" y="14630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Khadija Bensaid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669280" y="19202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38 ans · Mère de 3 enfants · Tanger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0" y="237744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« Je veux protéger mes enfants le soir, mais je ne suis pas informaticienne. Les applications sont trop dures à paramétrer. »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LA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3 Étapes. Zéro Compétence Requise.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2743200" cy="2743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828800"/>
            <a:ext cx="2743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[ MASSIF QR CODE POUR DEMO VERCEL ]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0" y="182880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Commandez : Recevez un routeur totalement préconfiguré.</a:t>
            </a:r>
            <a:endParaRPr lang="en-US" sz="16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Branchez : Un câble derrière votre box internet. Il démarre seul.</a:t>
            </a:r>
            <a:endParaRPr lang="en-US" sz="16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Protégez : Réseau 'Maison_Enfants' protégé 24/7.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CATALOGUE DES OFFRES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Matériel &amp; Expertise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</a:rPr>
              <a:t>Un seul paiement. Zéro abonnement.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</a:rPr>
              <a:t>Consultez les catalogues physiques pour les détails.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0" y="914400"/>
            <a:ext cx="4114800" cy="1645920"/>
          </a:xfrm>
          <a:prstGeom prst="rect">
            <a:avLst/>
          </a:prstGeom>
          <a:solidFill>
            <a:srgbClr val="161B22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0" y="1097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Les Packs Routeur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754880" y="14630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Essentiel, Couvre-feu, Anti-Distraction...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Routeur fourni &amp; configuré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0" y="16459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2C55E"/>
                </a:solidFill>
              </a:rPr>
              <a:t>dès 400 DH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0" y="2926080"/>
            <a:ext cx="4114800" cy="1645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3108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Service de Configuration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754880" y="34747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Vous possédez déjà un routeur 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Nous le configurons (à distance/domicile)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0" y="36576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dès 150 DH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CHARTE D'ENGAGEMENTS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Nos Promesses Fondamentales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2130552" cy="22860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2194560"/>
            <a:ext cx="2130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Blocage Natif DNS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651760"/>
            <a:ext cx="194767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Neutralisation des sites adultes, jeux d'argent et malwares au niveau du réseau.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502152" y="2011680"/>
            <a:ext cx="2130552" cy="22860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02152" y="2194560"/>
            <a:ext cx="2130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True Plug &amp; Play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593592" y="2651760"/>
            <a:ext cx="194767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Installation simplifiée à l'extrême. Aucun paramétrage logiciel requis par le parent.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547104" y="2011680"/>
            <a:ext cx="2130552" cy="22860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47104" y="2194560"/>
            <a:ext cx="2130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Support de Proximité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38544" y="2651760"/>
            <a:ext cx="194767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Assistance réactive sur WhatsApp, garantie 30 jours, et intervention locale à Tanger.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BUSINESS MODEL CANVAS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Aperçu Stratégique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2130552" cy="914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2103120"/>
            <a:ext cx="2130552" cy="22860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286000"/>
            <a:ext cx="2130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</a:rPr>
              <a:t>Partenaires Clés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176479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Grossistes hardware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Livreurs locaux (Tanger)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Associations de parents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02152" y="2011680"/>
            <a:ext cx="2130552" cy="914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9" name="Shape 7"/>
          <p:cNvSpPr/>
          <p:nvPr/>
        </p:nvSpPr>
        <p:spPr>
          <a:xfrm>
            <a:off x="3502152" y="2103120"/>
            <a:ext cx="2130552" cy="22860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0" name="Text 8"/>
          <p:cNvSpPr/>
          <p:nvPr/>
        </p:nvSpPr>
        <p:spPr>
          <a:xfrm>
            <a:off x="3502152" y="2286000"/>
            <a:ext cx="2130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</a:rPr>
              <a:t>Proposition de Valeur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85032" y="2834640"/>
            <a:ext cx="176479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Tranquillité garantie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Zéro compétence requise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Paiement unique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47104" y="2011680"/>
            <a:ext cx="2130552" cy="914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3" name="Shape 11"/>
          <p:cNvSpPr/>
          <p:nvPr/>
        </p:nvSpPr>
        <p:spPr>
          <a:xfrm>
            <a:off x="6547104" y="2103120"/>
            <a:ext cx="2130552" cy="22860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4" name="Text 12"/>
          <p:cNvSpPr/>
          <p:nvPr/>
        </p:nvSpPr>
        <p:spPr>
          <a:xfrm>
            <a:off x="6547104" y="2286000"/>
            <a:ext cx="2130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</a:rPr>
              <a:t>Canaux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729984" y="2834640"/>
            <a:ext cx="176479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E-commerce web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Campagnes Meta Ads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Newsletter gratuite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GO-TO-MARKET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Acquisition &amp; Rétention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</a:rPr>
              <a:t>Un écosystème conçu pour éduquer avant de vendre.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0" y="914400"/>
            <a:ext cx="411480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0" y="10058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1. Stratégie de Pénétration (400 DH)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0" y="128016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Entrée accessible pour instaurer la confiance, suivi d'un upsell vers les Packs supérieurs.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2286000"/>
            <a:ext cx="4114800" cy="10972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23774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2. Newsletter DarBox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0" y="265176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Guide gratuit distribué sur WhatsApp pour fidéliser les parents.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3657600"/>
            <a:ext cx="4114800" cy="10972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37490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3. Bouche-à-Oreille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Khadija en parle à sa voisine. Effet de réseau via les écoles.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ÉTUDE FINANCIÈRE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Rentable dès la 1ère semaine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828800" y="1828800"/>
            <a:ext cx="2743200" cy="12801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828800" y="1920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CCCCC"/>
                </a:solidFill>
              </a:rPr>
              <a:t>Charges Fixes / Mois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828800" y="21945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250 DH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828800" y="2743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Internet, Téléphone, Transport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754880" y="1828800"/>
            <a:ext cx="2743200" cy="12801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0" y="1920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CCCCC"/>
                </a:solidFill>
              </a:rPr>
              <a:t>Marge Brute Moyenne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0" y="21945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235 DH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754880" y="2743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Modèle Hardware (mix)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828800" y="3291840"/>
            <a:ext cx="2743200" cy="1280160"/>
          </a:xfrm>
          <a:prstGeom prst="rect">
            <a:avLst/>
          </a:prstGeom>
          <a:solidFill>
            <a:srgbClr val="0C2B1B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828800" y="3383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CCCCC"/>
                </a:solidFill>
              </a:rPr>
              <a:t>Point Mort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36576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C55E"/>
                </a:solidFill>
              </a:rPr>
              <a:t>1.1 vente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828800" y="4206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Seuil de rentabilité: 6 jours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0" y="3291840"/>
            <a:ext cx="2743200" cy="1280160"/>
          </a:xfrm>
          <a:prstGeom prst="rect">
            <a:avLst/>
          </a:prstGeom>
          <a:solidFill>
            <a:srgbClr val="0C2B1B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4880" y="3383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CCCCC"/>
                </a:solidFill>
              </a:rPr>
              <a:t>Marge Bonus (Service)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36576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C55E"/>
                </a:solidFill>
              </a:rPr>
              <a:t>87 %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754880" y="4206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Service de configuration sans matériel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</a:rPr>
              <a:t>DarBox</a:t>
            </a:r>
            <a:endParaRPr lang="en-US" sz="6400" dirty="0"/>
          </a:p>
        </p:txBody>
      </p:sp>
      <p:sp>
        <p:nvSpPr>
          <p:cNvPr id="3" name="Shape 1"/>
          <p:cNvSpPr/>
          <p:nvPr/>
        </p:nvSpPr>
        <p:spPr>
          <a:xfrm>
            <a:off x="4114800" y="2377440"/>
            <a:ext cx="914400" cy="45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</a:rPr>
              <a:t>Prochaines étapes : Validation en PFE et début de stage en déploiement logiciel.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34747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FFFFFF"/>
                </a:solidFill>
              </a:rPr>
              <a:t>« Chaque routeur DarBox vendu est un enfant de plus protégé à Tanger. »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43891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Merci. Place aux questions.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2026-04-04T19:08:41Z</dcterms:created>
  <dcterms:modified xsi:type="dcterms:W3CDTF">2026-04-04T19:08:41Z</dcterms:modified>
</cp:coreProperties>
</file>